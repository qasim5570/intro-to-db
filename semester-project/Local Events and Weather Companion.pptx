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F5F5"/>
                </a:solidFill>
              </a:rPr>
              <a:t>Local Events &amp;
Weather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4FF"/>
                </a:solidFill>
              </a:rPr>
              <a:t>Milestone 1 – Project Proposal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B0C8"/>
                </a:solidFill>
              </a:rPr>
              <a:t>Introduction to Databases  |  Group Assignment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377440"/>
            <a:ext cx="2194560" cy="2194560"/>
          </a:xfrm>
          <a:prstGeom prst="ellipse">
            <a:avLst/>
          </a:prstGeom>
          <a:solidFill>
            <a:srgbClr val="7C3A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4023360"/>
            <a:ext cx="1463040" cy="1463040"/>
          </a:xfrm>
          <a:prstGeom prst="ellipse">
            <a:avLst/>
          </a:prstGeom>
          <a:solidFill>
            <a:srgbClr val="00B4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5943600"/>
            <a:ext cx="1554480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59436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5F5"/>
                </a:solidFill>
              </a:rPr>
              <a:t>Eventbrite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5943600"/>
            <a:ext cx="1554480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59436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5F5"/>
                </a:solidFill>
              </a:rPr>
              <a:t>OpenWeather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5943600"/>
            <a:ext cx="1554480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0" y="59436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5F5"/>
                </a:solidFill>
              </a:rPr>
              <a:t>Hybrid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10515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5F5"/>
                </a:solidFill>
              </a:rPr>
              <a:t>People discover local events across multiple disconnected websites and apps.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124712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4864" cy="10515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791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5F5"/>
                </a:solidFill>
              </a:rPr>
              <a:t>No single place exists to view event details, weather, and personal plans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40"/>
            <a:ext cx="1124712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54864" cy="10515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1363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5F5"/>
                </a:solidFill>
              </a:rPr>
              <a:t>This creates a fragmented experience — users manually switch between maps, event sites, and weather apps.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1124712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983480"/>
            <a:ext cx="54864" cy="10515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4807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5F5"/>
                </a:solidFill>
              </a:rPr>
              <a:t>Result: missed events, poor planning, and unnecessary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0B0C8"/>
                </a:solidFill>
              </a:rPr>
              <a:t>Local Events &amp; Weather Companion is a lightweight web application that brings together event data, weather information, and personal planning in one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4864" cy="17373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FF"/>
                </a:solidFill>
              </a:rPr>
              <a:t>🗓  Browse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Browse upcoming Sydney events from Eventbrite.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48840"/>
            <a:ext cx="5486400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148840"/>
            <a:ext cx="54864" cy="17373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FF"/>
                </a:solidFill>
              </a:rPr>
              <a:t>🌤  Weather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View weather conditions for each event's time and location.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5486400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4864" cy="17373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FF"/>
                </a:solidFill>
              </a:rPr>
              <a:t>📌  Personal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Save events as Interested or Going with personal notes.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60520"/>
            <a:ext cx="5486400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60520"/>
            <a:ext cx="54864" cy="17373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FF"/>
                </a:solidFill>
              </a:rPr>
              <a:t>🗄  Hybrid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00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Relational DB for structure. MongoDB for flexibility.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Scope –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02920" cy="7132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5F5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Browse upcoming events for selected cities.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2"/>
            <a:ext cx="1124712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84832"/>
            <a:ext cx="502920" cy="7132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2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5F5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View event title, category, venue, city, date, and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35224"/>
            <a:ext cx="1124712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35224"/>
            <a:ext cx="502920" cy="7132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35224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5F5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2666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Display a weather summary for each event's location and date.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85616"/>
            <a:ext cx="1124712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85616"/>
            <a:ext cx="502920" cy="7132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85616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5F5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7705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User registration and login with a basic account system.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36008"/>
            <a:ext cx="1124712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636008"/>
            <a:ext cx="502920" cy="7132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36008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5F5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274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Save events with a status: Interested or Going.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1124712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486400"/>
            <a:ext cx="502920" cy="7132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5F5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</a:rPr>
              <a:t>Add short personal notes to any saved event.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FF"/>
                </a:solidFill>
              </a:rPr>
              <a:t>Eventbrite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Fetches real public event data for Sydney.
Fields: title, date/time, venue, category, source_event_id.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6576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6576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C3AFF"/>
                </a:solidFill>
              </a:rPr>
              <a:t>OpenWeather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Provides weather forecasts for event locations and dates.
Raw JSON responses stored in MongoDB.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80160"/>
            <a:ext cx="36576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280160"/>
            <a:ext cx="3657600" cy="64008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C88"/>
                </a:solidFill>
              </a:rPr>
              <a:t>User-Generated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Users create accounts, save event plans, and write personal notes.
Stored across both relational DB and MongoDB.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Users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FF"/>
                </a:solidFill>
              </a:rPr>
              <a:t>👥  Target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Students and general users planning local event attendance.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Teaching staff assessing the database design and hybrid architecture.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0352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30352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FF"/>
                </a:solidFill>
              </a:rPr>
              <a:t>⚠️ 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Limited number of cities and events imported.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632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Basic authentication only — no third-party login.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Weather limited to temperature, conditions, and forecast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663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Simple UI — database design takes priority over front-end complexity.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Hybrid Database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FF"/>
                </a:solidFill>
              </a:rPr>
              <a:t>🗃  Relational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B0C8"/>
                </a:solidFill>
              </a:rPr>
              <a:t>Structured, normalized, relational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venues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user_event_plans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530352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0352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371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FF"/>
                </a:solidFill>
              </a:rPr>
              <a:t>🍃  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20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B0C8"/>
                </a:solidFill>
              </a:rPr>
              <a:t>Flexible, semi-structured, nested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23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event_details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weather_api_responses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11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  •  user_notes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47472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B0C8"/>
                </a:solidFill>
              </a:rPr>
              <a:t>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Initial ERD – Entities &amp;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2004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20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69164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FF"/>
                </a:solidFill>
              </a:rPr>
              <a:t>user_id 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2082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500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7919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password_hash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00837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created_at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2004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320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69164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FF"/>
                </a:solidFill>
              </a:rPr>
              <a:t>city_id  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02082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3500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country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2004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20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69164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FF"/>
                </a:solidFill>
              </a:rPr>
              <a:t>venue_id  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02082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23500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address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919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FF"/>
                </a:solidFill>
              </a:rPr>
              <a:t>city_id  FK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32004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320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5262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FF"/>
                </a:solidFill>
              </a:rPr>
              <a:t>category_id  PK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85546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name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023360"/>
            <a:ext cx="32004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023360"/>
            <a:ext cx="320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EVENT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5262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FF"/>
                </a:solidFill>
              </a:rPr>
              <a:t>event_id  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485546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title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518464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start_time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551383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end_time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584301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FF"/>
                </a:solidFill>
              </a:rPr>
              <a:t>venue_id  FK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617220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FF"/>
                </a:solidFill>
              </a:rPr>
              <a:t>category_id  FK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023360"/>
            <a:ext cx="32004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4023360"/>
            <a:ext cx="320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USER_EVENT_PLAN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45262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FF"/>
                </a:solidFill>
              </a:rPr>
              <a:t>plan_id  PK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8" y="485546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FF"/>
                </a:solidFill>
              </a:rPr>
              <a:t>user_id  FK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518464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FF"/>
                </a:solidFill>
              </a:rPr>
              <a:t>event_id  FK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551383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status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8" y="584301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created_at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</a:rPr>
              <a:t>MongoDB Collection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FF"/>
                </a:solidFill>
              </a:rPr>
              <a:t>🍃  event_details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Stores rich event descriptions, tag arrays,
links, and an embedded weather_summary subdocument.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6616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event_id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6908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57200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tags [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07492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links {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57784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weather_summary {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280160"/>
            <a:ext cx="36576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280160"/>
            <a:ext cx="36576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4630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FF"/>
                </a:solidFill>
              </a:rPr>
              <a:t>🍃  weather_api_responses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148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Stores full raw JSON responses from OpenWeather API
keyed by city and timestamp.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56616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city_id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406908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requested_at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457200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response { 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280160"/>
            <a:ext cx="36576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1280160"/>
            <a:ext cx="36576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14630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FF"/>
                </a:solidFill>
              </a:rPr>
              <a:t>🍃  user_notes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148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Stores arrays of user note objects per event,
with note_id, created_at, and text fields.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56616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user_id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406908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event_id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4572000"/>
            <a:ext cx="3383280" cy="4114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FF"/>
                </a:solidFill>
              </a:rPr>
              <a:t>notes [ { note_id, text, created_at }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5"/>
                </a:solidFill>
              </a:rPr>
              <a:t>Project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FF"/>
                </a:solidFill>
              </a:rPr>
              <a:t>🎯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Centralise event and weather data with personal plans.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3949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39496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FF"/>
                </a:solidFill>
              </a:rPr>
              <a:t>🗄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Hybrid: Relational DB + MongoDB for optimal data 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53949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5394960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FF"/>
                </a:solidFill>
              </a:rPr>
              <a:t>🌐 Data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Eventbrite API (events) + OpenWeather API (weather).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53949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539496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FF"/>
                </a:solidFill>
              </a:rPr>
              <a:t>✅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43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</a:rPr>
              <a:t>Focus on schema design, normalization, and DB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B0C8"/>
                </a:solidFill>
              </a:rPr>
              <a:t>Introduction to Databases  |  Group Assignment  |  Due 5th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